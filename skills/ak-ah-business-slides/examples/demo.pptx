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Fictieve afgeronde acties</c:v>
                </c:pt>
              </c:strCache>
            </c:strRef>
          </c:tx>
          <c:spPr>
            <a:solidFill>
              <a:srgbClr val="00ADE6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3B6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3B6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E2E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876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876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Introduceer het doel van deze voorbeeldpresentatie. De inhoud en cijfers zijn illustratief.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Benoem bij iedere stap wie betrokken is. Maak de besluitvraag expliciet.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aantallen op deze slide zijn fictieve voorbeelddata.
Sources:
Illustratieve voorbeelddata; geen werkelijke projectcijfers.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grafiek bevat fictieve aantallen. Het is een native PowerPoint-grafiek met bewerkbare gegevens.
Sources:
Fictieve data, uitsluitend om de grafiek-layout te demonstreren.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startdatum is nog niet bepaald. Vul geen verzonnen datum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Herhaal het afgesproken besluit en de eerstvolgende actie.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880000">
            <a:off x="8001000" y="594360"/>
            <a:ext cx="4206240" cy="5669280"/>
          </a:xfrm>
          <a:prstGeom prst="roundRect">
            <a:avLst/>
          </a:prstGeom>
          <a:solidFill>
            <a:srgbClr val="EAF8FE"/>
          </a:solidFill>
          <a:ln w="12700">
            <a:solidFill>
              <a:srgbClr val="EAF8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0880000">
            <a:off x="8549640" y="960120"/>
            <a:ext cx="3749040" cy="4983480"/>
          </a:xfrm>
          <a:prstGeom prst="roundRect">
            <a:avLst/>
          </a:prstGeom>
          <a:solidFill>
            <a:srgbClr val="00ADE6"/>
          </a:solidFill>
          <a:ln w="12700">
            <a:solidFill>
              <a:srgbClr val="00ADE6"/>
            </a:solidFill>
            <a:prstDash val="solid"/>
          </a:ln>
        </p:spPr>
      </p:sp>
      <p:pic>
        <p:nvPicPr>
          <p:cNvPr id="4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93192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9436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 &amp; SAMENWERKING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642823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VOORBEELDPRESENTATIE · FICTIEVE CIJFERS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874520"/>
            <a:ext cx="6812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klaar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58368" y="2587752"/>
            <a:ext cx="6812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de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58368" y="3300984"/>
            <a:ext cx="6812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stap.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85800" y="4617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richting. Heldere keuzes.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Zichtbaar resultaat.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0" y="2057400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0768" y="234086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42832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Richting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7918704" y="3108960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9872" y="33924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31936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Actie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607808" y="4160520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08976" y="44439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3210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Resultaat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93192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59436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AMBITIE NAAR ACTIE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42823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VOORBEELDPRESENTATIE · FICTIEVE CIJFERS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06424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43560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helder plan.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 gezamenlijke stappen.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58368" y="2743200"/>
            <a:ext cx="3395472" cy="32004"/>
          </a:xfrm>
          <a:prstGeom prst="rect">
            <a:avLst/>
          </a:prstGeom>
          <a:solidFill>
            <a:srgbClr val="00ADE6"/>
          </a:solidFill>
          <a:ln w="12700">
            <a:solidFill>
              <a:srgbClr val="00ADE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962656"/>
            <a:ext cx="339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3511296"/>
            <a:ext cx="3395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het doel.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58368" y="4352544"/>
            <a:ext cx="3395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scherp wat we samen willen bereiken.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401312" y="2743200"/>
            <a:ext cx="3395472" cy="32004"/>
          </a:xfrm>
          <a:prstGeom prst="rect">
            <a:avLst/>
          </a:prstGeom>
          <a:solidFill>
            <a:srgbClr val="00ADE6"/>
          </a:solidFill>
          <a:ln w="12700">
            <a:solidFill>
              <a:srgbClr val="00AD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01312" y="2962656"/>
            <a:ext cx="339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01312" y="3511296"/>
            <a:ext cx="3395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het concreet.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4401312" y="4352544"/>
            <a:ext cx="3395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Spreek de eerste stap af, met een duidelijke eigenaar.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144256" y="2743200"/>
            <a:ext cx="3395472" cy="32004"/>
          </a:xfrm>
          <a:prstGeom prst="rect">
            <a:avLst/>
          </a:prstGeom>
          <a:solidFill>
            <a:srgbClr val="00ADE6"/>
          </a:solidFill>
          <a:ln w="12700">
            <a:solidFill>
              <a:srgbClr val="00ADE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44256" y="2962656"/>
            <a:ext cx="339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44256" y="3511296"/>
            <a:ext cx="3395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en verbeter.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8144256" y="4352544"/>
            <a:ext cx="3395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Bekijk wat werkt en stuur samen bij.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58368" y="5532120"/>
            <a:ext cx="10881360" cy="548640"/>
          </a:xfrm>
          <a:prstGeom prst="rect">
            <a:avLst/>
          </a:prstGeom>
          <a:solidFill>
            <a:srgbClr val="003B67"/>
          </a:solidFill>
          <a:ln w="12700">
            <a:solidFill>
              <a:srgbClr val="003B6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623560"/>
            <a:ext cx="1046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Besluit: akkoord op de richting en de eerste gezamenlijke stap.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93192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59436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OVERZICHTELIJKE PILOT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42823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VOORBEELDPRESENTATIE · FICTIEVE CIJFERS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06424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43560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 beginnen.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Gericht leren.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58368" y="2816352"/>
            <a:ext cx="3432048" cy="2057400"/>
          </a:xfrm>
          <a:prstGeom prst="rect">
            <a:avLst/>
          </a:prstGeom>
          <a:solidFill>
            <a:srgbClr val="EAF8FE"/>
          </a:solidFill>
          <a:ln w="12700">
            <a:solidFill>
              <a:srgbClr val="EAF8F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3099816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86968" y="4096512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weken voor de pilot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83024" y="2816352"/>
            <a:ext cx="3432048" cy="2057400"/>
          </a:xfrm>
          <a:prstGeom prst="rect">
            <a:avLst/>
          </a:prstGeom>
          <a:solidFill>
            <a:srgbClr val="EAF8FE"/>
          </a:solidFill>
          <a:ln w="12700">
            <a:solidFill>
              <a:srgbClr val="EAF8F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1624" y="3099816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4611624" y="4096512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die samenwerken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107680" y="2816352"/>
            <a:ext cx="3432048" cy="2057400"/>
          </a:xfrm>
          <a:prstGeom prst="rect">
            <a:avLst/>
          </a:prstGeom>
          <a:solidFill>
            <a:srgbClr val="EAF8FE"/>
          </a:solidFill>
          <a:ln w="12700">
            <a:solidFill>
              <a:srgbClr val="EAF8F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6280" y="3099816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8336280" y="4096512"/>
            <a:ext cx="2974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gezamenlijke evaluatie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58368" y="5532120"/>
            <a:ext cx="10881360" cy="548640"/>
          </a:xfrm>
          <a:prstGeom prst="rect">
            <a:avLst/>
          </a:prstGeom>
          <a:solidFill>
            <a:srgbClr val="003B67"/>
          </a:solidFill>
          <a:ln w="12700">
            <a:solidFill>
              <a:srgbClr val="003B6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5623560"/>
            <a:ext cx="1046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Voorbeeldvoorstel: leg doel, eigenaar en evaluatiemoment vast.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93192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59436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VOORBEELDDATA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42823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VOORBEELDPRESENTATIE · FICTIEVE CIJFERS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06424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43560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de voortgang zichtbaar.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624328"/>
          <a:ext cx="10789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58368" y="5532120"/>
            <a:ext cx="10881360" cy="548640"/>
          </a:xfrm>
          <a:prstGeom prst="rect">
            <a:avLst/>
          </a:prstGeom>
          <a:solidFill>
            <a:srgbClr val="003B67"/>
          </a:solidFill>
          <a:ln w="12700">
            <a:solidFill>
              <a:srgbClr val="003B67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5623560"/>
            <a:ext cx="1046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Kijk samen naar de ontwikkeling én naar wat nog ontbreekt.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93192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59436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DUIDELIJKE AFSPRAKEN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42823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VOORBEELDPRESENTATIE · FICTIEVE CIJFERS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06424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43560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spreken we vandaag af?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85800" y="2706624"/>
            <a:ext cx="109728" cy="109728"/>
          </a:xfrm>
          <a:prstGeom prst="ellipse">
            <a:avLst/>
          </a:prstGeom>
          <a:solidFill>
            <a:srgbClr val="00ADE6"/>
          </a:solidFill>
          <a:ln w="12700">
            <a:solidFill>
              <a:srgbClr val="00AD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633472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helder doel voor de pilot.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85800" y="3621024"/>
            <a:ext cx="109728" cy="109728"/>
          </a:xfrm>
          <a:prstGeom prst="ellipse">
            <a:avLst/>
          </a:prstGeom>
          <a:solidFill>
            <a:srgbClr val="00ADE6"/>
          </a:solidFill>
          <a:ln w="12700">
            <a:solidFill>
              <a:srgbClr val="00AD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547872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eigenaar voor de eerste stap.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85800" y="4535424"/>
            <a:ext cx="109728" cy="109728"/>
          </a:xfrm>
          <a:prstGeom prst="ellipse">
            <a:avLst/>
          </a:prstGeom>
          <a:solidFill>
            <a:srgbClr val="00ADE6"/>
          </a:solidFill>
          <a:ln w="12700">
            <a:solidFill>
              <a:srgbClr val="00AD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462272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moment om samen te evalueren.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58368" y="5532120"/>
            <a:ext cx="10881360" cy="548640"/>
          </a:xfrm>
          <a:prstGeom prst="rect">
            <a:avLst/>
          </a:prstGeom>
          <a:solidFill>
            <a:srgbClr val="003B67"/>
          </a:solidFill>
          <a:ln w="12700">
            <a:solidFill>
              <a:srgbClr val="003B6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5623560"/>
            <a:ext cx="1046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Besluit: stel de startdatum vast.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880000">
            <a:off x="8001000" y="594360"/>
            <a:ext cx="4206240" cy="5669280"/>
          </a:xfrm>
          <a:prstGeom prst="roundRect">
            <a:avLst/>
          </a:prstGeom>
          <a:solidFill>
            <a:srgbClr val="EAF8FE"/>
          </a:solidFill>
          <a:ln w="12700">
            <a:solidFill>
              <a:srgbClr val="EAF8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0880000">
            <a:off x="8549640" y="960120"/>
            <a:ext cx="3749040" cy="4983480"/>
          </a:xfrm>
          <a:prstGeom prst="roundRect">
            <a:avLst/>
          </a:prstGeom>
          <a:solidFill>
            <a:srgbClr val="00ADE6"/>
          </a:solidFill>
          <a:ln w="12700">
            <a:solidFill>
              <a:srgbClr val="00ADE6"/>
            </a:solidFill>
            <a:prstDash val="solid"/>
          </a:ln>
        </p:spPr>
      </p:sp>
      <p:pic>
        <p:nvPicPr>
          <p:cNvPr id="4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93192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9436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VOLGENDE STAP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642823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VOORBEELDPRESENTATIE · FICTIEVE CIJFERS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874520"/>
            <a:ext cx="6812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 plan.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58368" y="2587752"/>
            <a:ext cx="6812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vooruit.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85800" y="4617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de richting. Zet de eerste stap.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van het resultaat.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0" y="2057400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0768" y="234086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42832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Kiezen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918704" y="3108960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19872" y="33924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31936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Doen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7607808" y="4160520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08976" y="44439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10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Leren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Albert Heijn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Samen maken we het waar</dc:title>
  <dc:subject>Editable presentation</dc:subject>
  <dc:creator>AH Presentation Skills</dc:creator>
  <cp:lastModifiedBy>AH Presentation Skills</cp:lastModifiedBy>
  <cp:revision>1</cp:revision>
  <dcterms:created xsi:type="dcterms:W3CDTF">2026-10-21T10:00:03Z</dcterms:created>
  <dcterms:modified xsi:type="dcterms:W3CDTF">2026-10-21T10:00:03Z</dcterms:modified>
</cp:coreProperties>
</file>